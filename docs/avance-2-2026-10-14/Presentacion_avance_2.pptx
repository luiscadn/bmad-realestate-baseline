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03E60"/>
                </a:solidFill>
              </a:defRPr>
            </a:pPr>
            <a:r>
              <a:t>BMAD-Governance Layer · Avance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Luis Felipe Cadena Cortés · Santiago Espinosa Giraldo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Tutor: Juan Carlos Muñoz Fernández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Contrato de calidad por tipología y evidencia del ciclo de vida de historias.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57180"/>
                </a:solidFill>
              </a:defRPr>
            </a:pPr>
            <a:r>
              <a:t>BMAD-Governance Layer · Avance 2 · 14/10/2026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03E60"/>
                </a:solidFill>
              </a:defRPr>
            </a:pPr>
            <a:r>
              <a:t>Problema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Historias generadas por agentes pueden declararse listas sin evidencia suficiente de calidad transversal.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PdG-1: caracterización E1, perfiles E2, protocolo E4 y prototipo E3.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La validación de eficacia y transferencia se reserva al diseño empírico; todavía no se demuestra reducción de defectos.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57180"/>
                </a:solidFill>
              </a:defRPr>
            </a:pPr>
            <a:r>
              <a:t>BMAD-Governance Layer · Avance 2 · 14/10/2026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03E60"/>
                </a:solidFill>
              </a:defRPr>
            </a:pPr>
            <a:r>
              <a:t>Estado del arte: mecanismos y brecha</a:t>
            </a:r>
          </a:p>
        </p:txBody>
      </p:sp>
      <p:pic>
        <p:nvPicPr>
          <p:cNvPr id="3" name="Picture 2" descr="mapa_calor_estado_a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130" y="1143000"/>
            <a:ext cx="932925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57180"/>
                </a:solidFill>
              </a:defRPr>
            </a:pPr>
            <a:r>
              <a:t>BMAD-Governance Layer · Avance 2 · 14/10/2026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03E60"/>
                </a:solidFill>
              </a:defRPr>
            </a:pPr>
            <a:r>
              <a:t>Qué cambia al incluir TEA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TEA 2.0.2 ejecuta pruebas rojas, ofrece hooks y compuertas con códigos de salida.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La contribución debe centrarse en el contrato del equipo, tipologías y transiciones de historia.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La columna de la propuesta expresa objetivos pendientes de validación.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57180"/>
                </a:solidFill>
              </a:defRPr>
            </a:pPr>
            <a:r>
              <a:t>BMAD-Governance Layer · Avance 2 · 14/10/2026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03E60"/>
                </a:solidFill>
              </a:defRPr>
            </a:pPr>
            <a:r>
              <a:t>Línea base y trazabilidad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14 historias S01–S14 congeladas en baseline-v0.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S15–S19: pivote Miami excluido del muestreo E1.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Tags start / pre-review / post-review y fuentes crudas preservados.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57180"/>
                </a:solidFill>
              </a:defRPr>
            </a:pPr>
            <a:r>
              <a:t>BMAD-Governance Layer · Avance 2 · 14/10/2026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03E60"/>
                </a:solidFill>
              </a:defRPr>
            </a:pPr>
            <a:r>
              <a:t>Reproducibilidad observada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381 pruebas en 45 archivos pasan.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Build de producción pasa y el frontend abre con HTTP 200 siguiendo el README.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La integración completa con Supabase requiere una instancia local aislada; no se certifica con claves de prueba.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57180"/>
                </a:solidFill>
              </a:defRPr>
            </a:pPr>
            <a:r>
              <a:t>BMAD-Governance Layer · Avance 2 · 14/10/2026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03E60"/>
                </a:solidFill>
              </a:defRPr>
            </a:pPr>
            <a:r>
              <a:t>E1: inventario antes del triage</a:t>
            </a:r>
          </a:p>
        </p:txBody>
      </p:sp>
      <p:pic>
        <p:nvPicPr>
          <p:cNvPr id="3" name="Picture 2" descr="triage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542" y="1143000"/>
            <a:ext cx="8746434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57180"/>
                </a:solidFill>
              </a:defRPr>
            </a:pPr>
            <a:r>
              <a:t>BMAD-Governance Layer · Avance 2 · 14/10/2026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03E60"/>
                </a:solidFill>
              </a:defRPr>
            </a:pPr>
            <a:r>
              <a:t>E1: límites y evaluación pendiente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517 ocurrencias de candidatos, no 517 defectos confirmados.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S12: 41 filas frente a 40 declaradas; S14 usa otro modelo.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A contiene resúmenes: no mezclar sus conteos con B.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Muestra ciega de 30 preparada; kappa pendiente de dos evaluaciones válidas.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57180"/>
                </a:solidFill>
              </a:defRPr>
            </a:pPr>
            <a:r>
              <a:t>BMAD-Governance Layer · Avance 2 · 14/10/2026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03E60"/>
                </a:solidFill>
              </a:defRPr>
            </a:pPr>
            <a:r>
              <a:t>E2: contrato de calidad propuesto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13 criterios: comunes, API, UI y datos.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Cada criterio enlaza candidatos del corpus o queda marcado como hipótesis.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La capturabilidad debe demostrarse con el checkpoint; no se infiere de una coincidencia textual.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57180"/>
                </a:solidFill>
              </a:defRPr>
            </a:pPr>
            <a:r>
              <a:t>BMAD-Governance Layer · Avance 2 · 14/10/2026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03E60"/>
                </a:solidFill>
              </a:defRPr>
            </a:pPr>
            <a:r>
              <a:t>E4: ejemplo real de RED → GREEN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Utilidad auxiliar de acuerdo: ocho pruebas fallan antes de implementar.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Las mismas ocho pasan después; hashes y commit rojo conservados.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Los datos incompletos producen pending y kappa null.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Esta evidencia manual no sustituye el e2e del paquete bmad-dod original.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57180"/>
                </a:solidFill>
              </a:defRPr>
            </a:pPr>
            <a:r>
              <a:t>BMAD-Governance Layer · Avance 2 · 14/10/2026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03E60"/>
                </a:solidFill>
              </a:defRPr>
            </a:pPr>
            <a:r>
              <a:t>Plan y fechas</a:t>
            </a:r>
          </a:p>
        </p:txBody>
      </p:sp>
      <p:pic>
        <p:nvPicPr>
          <p:cNvPr id="3" name="Picture 2" descr="gantt_pd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430" y="1143000"/>
            <a:ext cx="937865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57180"/>
                </a:solidFill>
              </a:defRPr>
            </a:pPr>
            <a:r>
              <a:t>BMAD-Governance Layer · Avance 2 · 14/10/2026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03E60"/>
                </a:solidFill>
              </a:defRPr>
            </a:pPr>
            <a:r>
              <a:t>Decisiones y siguientes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Contrastar con el tutor la brecha frente a TEA.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Validar y congelar el primer evaluador; completar la muestra ciega.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Obtener el paquete original y reproducir sus pruebas y checkpoint.</a:t>
            </a:r>
          </a:p>
          <a:p>
            <a:pPr>
              <a:spcAft>
                <a:spcPts val="2000"/>
              </a:spcAft>
              <a:defRPr sz="2300">
                <a:solidFill>
                  <a:srgbClr val="303B49"/>
                </a:solidFill>
              </a:defRPr>
            </a:pPr>
            <a:r>
              <a:t>Validar el paquete de entrega, celebrar la tutoría y conservar los comprobantes reales.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57180"/>
                </a:solidFill>
              </a:defRPr>
            </a:pPr>
            <a:r>
              <a:t>BMAD-Governance Layer · Avance 2 · 14/10/2026                                 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